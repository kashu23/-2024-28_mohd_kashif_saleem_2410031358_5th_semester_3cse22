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4.pn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463040"/>
            <a:ext cx="3840480" cy="3840480"/>
          </a:xfrm>
          <a:prstGeom prst="ellipse">
            <a:avLst/>
          </a:prstGeom>
          <a:solidFill>
            <a:srgbClr val="24347A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4206240"/>
            <a:ext cx="3291840" cy="3291840"/>
          </a:xfrm>
          <a:prstGeom prst="ellipse">
            <a:avLst/>
          </a:prstGeom>
          <a:solidFill>
            <a:srgbClr val="24347A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457200" cy="484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Partnering with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Workplace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Forage Job Simulation  |  Delivered in partnership with Datacom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4343400"/>
            <a:ext cx="164592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Kashif Saleem Ansari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2410031358  |  B.Tech CSE, Section 2CSE 22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August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24347A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234440"/>
            <a:ext cx="1371600" cy="1371600"/>
          </a:xfrm>
          <a:prstGeom prst="ellipse">
            <a:avLst/>
          </a:prstGeom>
          <a:solidFill>
            <a:srgbClr val="24347A"/>
          </a:solidFill>
          <a:ln/>
        </p:spPr>
      </p:sp>
      <p:pic>
        <p:nvPicPr>
          <p:cNvPr id="5" name="Image 0" descr="icon_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5544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88036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Mohammad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Kashif Saleem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36576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Engineering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A B O U T   T H E   S T U D E N T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617720" y="777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4617720" y="16916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_idc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8196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6367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349240" y="18928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2410031358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4617720" y="2560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icon_building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68833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50545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349240" y="27614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4617720" y="34290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icon_ca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55701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37413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349240" y="36301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Section 2CSE 22, Batch 2025-26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4617720" y="4297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icon_targe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425696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49240" y="424281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Domain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349240" y="44988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Collaboration &amp; Prompt Engineering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4617720" y="5166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icon_calendar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736" y="5294376"/>
            <a:ext cx="246888" cy="2468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49240" y="51114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5349240" y="53675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Job Simulation | Completed August 2026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A B O U T   T H E   P R O G R A M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Forage &amp; Datacom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hosts free, virtual, industry-designed job simulations built directly with partner companies, allowing students to practise the real tasks an entry-level employee would face before ever applying for a role. For this simulation, Forage partnered with Datacom — a technology services and IT solutions company operating across Australia, New Zealand and the wider Asia-Pacific region — to design a program focused on working alongside AI in a modern technical workplace.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7AA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546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_glob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375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Platform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3708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millions of students worldwide to build practical, resume-worthy workplace skills.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8346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7AA1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31546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icon_briefcas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3375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Datacom-Designed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3708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built with Datacom's own teams to mirror genuine day-to-day AI-collaboration work.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83880" y="2834640"/>
            <a:ext cx="36118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7AA1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03920" y="31546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on_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337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03920" y="4370832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is issued with unique Enrolment and User Verification Codes for authenticity.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P R O B L E M   S T A T E M E N T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 AI Collaboration Gap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EEF2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workplaces increasingly rely on AI tools to accelerate research, content creation and software debugging. Yet many early-career professionals have never practised prompting AI effectively, verifying its output, or catching its mistakes — so they either avoid AI altogether or over-trust it without checking. This simulation was built to close exactly that gap.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that gap — practising the full AI-collaboration workflow: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840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2A63"/>
          </a:solidFill>
          <a:ln/>
        </p:spPr>
      </p:sp>
      <p:pic>
        <p:nvPicPr>
          <p:cNvPr id="8" name="Image 0" descr="icon_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4041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Prompt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35808" y="41605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37560" y="3840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2A63"/>
          </a:solidFill>
          <a:ln/>
        </p:spPr>
      </p:sp>
      <p:pic>
        <p:nvPicPr>
          <p:cNvPr id="12" name="Image 1" descr="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40416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AI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870448" y="41605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172200" y="3840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2A63"/>
          </a:solidFill>
          <a:ln/>
        </p:spPr>
      </p:sp>
      <p:pic>
        <p:nvPicPr>
          <p:cNvPr id="16" name="Image 2" descr="icon_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40416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705088" y="416052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006840" y="384048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2A63"/>
          </a:solidFill>
          <a:ln/>
        </p:spPr>
      </p:sp>
      <p:pic>
        <p:nvPicPr>
          <p:cNvPr id="20" name="Image 3" descr="icon_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40416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06840" y="4617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&amp; Submit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P R O J E C T   O B J E C T I V E S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edi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8483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Prompting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clear, specific, context-rich prompts that produce reliable AI output.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9476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_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8483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Research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AI to research a topic, structure findings and create a work product.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691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194767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_too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848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Debugging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identify, explain and fix code errors without introducing new ones.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507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_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8795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AI Output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074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when AI output can be trusted directly and when it needs correction.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0507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_refres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18795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074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revising a prompt when the first AI response falls short.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050792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icon_compass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18795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AI Judgement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5074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realistic exposure to how Datacom expects employees to use AI responsibly.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S K I L L S   &amp;   P R A C T I C E S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the Internship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1472184" y="194767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_mess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064" y="21305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22783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&amp; drafting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64408" y="16916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4233672" y="194767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_edi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13055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1568" y="2743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401568" y="322783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&amp; context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25896" y="16916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995160" y="194767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_tool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305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63056" y="2743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Debugging Tools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63056" y="322783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&amp; fix code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787384" y="169164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756648" y="194767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_glob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528" y="213055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24544" y="274320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Platform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24544" y="322783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delivery &amp; grading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379476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25" name="Shape 19"/>
          <p:cNvSpPr/>
          <p:nvPr/>
        </p:nvSpPr>
        <p:spPr>
          <a:xfrm>
            <a:off x="1472184" y="405079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_sear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064" y="423367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46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Verification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53309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AI claims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64408" y="379476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30" name="Shape 23"/>
          <p:cNvSpPr/>
          <p:nvPr/>
        </p:nvSpPr>
        <p:spPr>
          <a:xfrm>
            <a:off x="4233672" y="405079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_filetex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423367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01568" y="4846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Tools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01568" y="53309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deliverables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25896" y="379476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35" name="Shape 27"/>
          <p:cNvSpPr/>
          <p:nvPr/>
        </p:nvSpPr>
        <p:spPr>
          <a:xfrm>
            <a:off x="6995160" y="405079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icon_refresh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4233672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63056" y="4846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163056" y="53309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review → redo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787384" y="3794760"/>
            <a:ext cx="2624328" cy="19202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/>
        </p:spPr>
      </p:sp>
      <p:sp>
        <p:nvSpPr>
          <p:cNvPr id="40" name="Shape 31"/>
          <p:cNvSpPr/>
          <p:nvPr/>
        </p:nvSpPr>
        <p:spPr>
          <a:xfrm>
            <a:off x="9756648" y="4050792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icon_user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9528" y="4233672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924544" y="4846320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8924544" y="5330952"/>
            <a:ext cx="235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review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T H E   I N T E R A C T I O N   L O O P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Prompt to Verified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09928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6" name="Image 0" descr="icon_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288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00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Brief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43400" y="16002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issues a realistic Datacom scenario and clear deliverable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2951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404872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2514600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12" name="Image 1" descr="icon_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3347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40487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Composition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343400" y="240487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translated into a specific, context-rich AI prompt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85800" y="30998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3209544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3319272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18" name="Image 2" descr="icon_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381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20954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343400" y="320954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produces a draft response, suggestion or code fix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" y="39044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02920" y="4014216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23" name="Shape 18"/>
          <p:cNvSpPr/>
          <p:nvPr/>
        </p:nvSpPr>
        <p:spPr>
          <a:xfrm>
            <a:off x="731520" y="4123944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24" name="Image 3" descr="icon_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242816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014216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343400" y="401421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checked for accuracy, relevance and completeness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" y="47091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02920" y="4818888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29" name="Shape 23"/>
          <p:cNvSpPr/>
          <p:nvPr/>
        </p:nvSpPr>
        <p:spPr>
          <a:xfrm>
            <a:off x="731520" y="4928616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30" name="Image 4" descr="icon_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047488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4818888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4343400" y="481888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revised and re-generated where output falls short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85800" y="551383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02920" y="5623560"/>
            <a:ext cx="11201400" cy="713232"/>
          </a:xfrm>
          <a:prstGeom prst="roundRect">
            <a:avLst>
              <a:gd name="adj" fmla="val 6410"/>
            </a:avLst>
          </a:prstGeom>
          <a:solidFill>
            <a:srgbClr val="24347A"/>
          </a:solidFill>
          <a:ln/>
        </p:spPr>
      </p:sp>
      <p:sp>
        <p:nvSpPr>
          <p:cNvPr id="35" name="Shape 28"/>
          <p:cNvSpPr/>
          <p:nvPr/>
        </p:nvSpPr>
        <p:spPr>
          <a:xfrm>
            <a:off x="731520" y="5733288"/>
            <a:ext cx="493776" cy="493776"/>
          </a:xfrm>
          <a:prstGeom prst="ellipse">
            <a:avLst/>
          </a:prstGeom>
          <a:solidFill>
            <a:srgbClr val="12204F"/>
          </a:solidFill>
          <a:ln/>
        </p:spPr>
      </p:sp>
      <p:pic>
        <p:nvPicPr>
          <p:cNvPr id="36" name="Image 5" descr="icon_s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85216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17320" y="562356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4343400" y="562356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deliverable submitted for rubric-based assessment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M E T H O D O L O G Y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Three-Module Learning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1B2A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Effective Prompts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clarity, context, constraints and iteration; rewrote vague prompts into precise, task-appropriate ones.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057400"/>
            <a:ext cx="777240" cy="777240"/>
          </a:xfrm>
          <a:prstGeom prst="ellipse">
            <a:avLst/>
          </a:prstGeom>
          <a:solidFill>
            <a:srgbClr val="1B2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to Research, Design &amp; Create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AI to research and draft a deliverable, independently verifying key facts before finalising the output.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6B7AA1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057400"/>
            <a:ext cx="777240" cy="777240"/>
          </a:xfrm>
          <a:prstGeom prst="ellipse">
            <a:avLst/>
          </a:prstGeom>
          <a:solidFill>
            <a:srgbClr val="1B2A63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Prompt, Fix — AI-Powered Debugging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targeted prompts to diagnose a bug, evaluate the AI's proposed fix, and validate the corrected code.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E X P E C T E D   O U T C O M E S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Capabilities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792224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61848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write focused, context-rich prompts that reliably produce usable AI output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8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2450592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27685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combining independent judgement with AI assistance in a research task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008376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11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108960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93522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four-step approach to AI-assisted debugging: diagnose, explain, fix, verify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66744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14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7673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935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awareness of AI's limits — knowing when confidence does not guarantee correctness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325112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17" name="Image 4" descr="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425696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251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iterating on prompts rather than accepting an incomplete first draft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983480"/>
            <a:ext cx="384048" cy="384048"/>
          </a:xfrm>
          <a:prstGeom prst="ellipse">
            <a:avLst/>
          </a:prstGeom>
          <a:solidFill>
            <a:srgbClr val="1B2A63"/>
          </a:solidFill>
          <a:ln/>
        </p:spPr>
      </p:sp>
      <p:pic>
        <p:nvPicPr>
          <p:cNvPr id="20" name="Image 5" descr="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084064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97280" y="49103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completed, independently verifiable certificate of completion from Forage and Datacom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3840480" cy="3840480"/>
          </a:xfrm>
          <a:prstGeom prst="ellipse">
            <a:avLst/>
          </a:prstGeom>
          <a:solidFill>
            <a:srgbClr val="24347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C E R T I F I C A T I O N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Successfully Completed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_award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842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43000" y="20756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788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icon_idcar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89864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743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Verification Code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43000" y="29900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6a9507242b27748900a0276d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icon_idcar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13048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6576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Verification Code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1143000" y="39044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6a9506ad975682cf622b56cd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02920" y="46177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icon_calenda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72744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4572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1143000" y="481888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2026, by Forage on behalf of Datacom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806440" y="1005840"/>
            <a:ext cx="5852160" cy="4709160"/>
          </a:xfrm>
          <a:prstGeom prst="roundRect">
            <a:avLst>
              <a:gd name="adj" fmla="val 7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4" descr="cert-1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280160"/>
            <a:ext cx="5303520" cy="37307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•  Mohammad Kashif Saleem Ansari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389120"/>
            <a:ext cx="3840480" cy="3840480"/>
          </a:xfrm>
          <a:prstGeom prst="ellipse">
            <a:avLst/>
          </a:prstGeom>
          <a:solidFill>
            <a:srgbClr val="2434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24347A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371600"/>
            <a:ext cx="914400" cy="969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Partnering with AI in the Workplace  |  Forage × Datacom Job Simulation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84648" y="4114800"/>
            <a:ext cx="1828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Kashif Saleem Ansari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663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2410031358  |  IILM University, Greater Noida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2026-08-31T05:39:07Z</dcterms:created>
  <dcterms:modified xsi:type="dcterms:W3CDTF">2026-08-31T05:39:07Z</dcterms:modified>
</cp:coreProperties>
</file>